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6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875"/>
    <p:restoredTop sz="96280"/>
  </p:normalViewPr>
  <p:slideViewPr>
    <p:cSldViewPr snapToGrid="0" snapToObjects="1">
      <p:cViewPr varScale="1">
        <p:scale>
          <a:sx n="155" d="100"/>
          <a:sy n="155" d="100"/>
        </p:scale>
        <p:origin x="9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26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ad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775" y="0"/>
            <a:ext cx="3931920" cy="6858000"/>
          </a:xfrm>
          <a:prstGeom prst="rect">
            <a:avLst/>
          </a:prstGeom>
        </p:spPr>
      </p:pic>
      <p:pic>
        <p:nvPicPr>
          <p:cNvPr id="3" name="Image 1" descr="assets/feedly_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66928"/>
            <a:ext cx="2103120" cy="1904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788920"/>
            <a:ext cx="7360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kern="0" spc="-6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CTI Risk Reduction Skill: Executive Summary Template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66928" y="4315968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Demonstrating the ROI of CTI through quantified risk reduction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66928" y="50566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B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Josh Darby MacLellan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66928" y="5367528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Threat Intelligence Advisor, Feedly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66928" y="5623560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/>
          <p:nvPr/>
        </p:nvSpPr>
        <p:spPr>
          <a:xfrm>
            <a:off x="566928" y="6400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B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Template, replace every bracket with your output</a:t>
            </a:r>
            <a:endParaRPr lang="en-US" sz="1150" dirty="0"/>
          </a:p>
        </p:txBody>
      </p:sp>
      <p:sp>
        <p:nvSpPr>
          <p:cNvPr id="102" name="Title"/>
          <p:cNvSpPr/>
          <p:nvPr/>
        </p:nvSpPr>
        <p:spPr>
          <a:xfrm>
            <a:off x="566928" y="91440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3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executive slide</a:t>
            </a:r>
            <a:endParaRPr lang="en-US" sz="3000" dirty="0"/>
          </a:p>
        </p:txBody>
      </p:sp>
      <p:sp>
        <p:nvSpPr>
          <p:cNvPr id="103" name="Subtitle"/>
          <p:cNvSpPr/>
          <p:nvPr/>
        </p:nvSpPr>
        <p:spPr>
          <a:xfrm>
            <a:off x="566928" y="14447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summary: [one line, what the threat is, who is behind it, and what it puts at risk here]</a:t>
            </a:r>
            <a:endParaRPr lang="en-US" sz="1200" dirty="0"/>
          </a:p>
        </p:txBody>
      </p:sp>
      <p:sp>
        <p:nvSpPr>
          <p:cNvPr id="104" name="Card"/>
          <p:cNvSpPr/>
          <p:nvPr/>
        </p:nvSpPr>
        <p:spPr>
          <a:xfrm>
            <a:off x="566928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TileLabel0"/>
          <p:cNvSpPr/>
          <p:nvPr/>
        </p:nvSpPr>
        <p:spPr>
          <a:xfrm>
            <a:off x="768096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before CTI action</a:t>
            </a:r>
            <a:endParaRPr lang="en-US" sz="950" dirty="0"/>
          </a:p>
        </p:txBody>
      </p:sp>
      <p:sp>
        <p:nvSpPr>
          <p:cNvPr id="106" name="TileValue0"/>
          <p:cNvSpPr/>
          <p:nvPr/>
        </p:nvSpPr>
        <p:spPr>
          <a:xfrm>
            <a:off x="768096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4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[Severity]</a:t>
            </a:r>
            <a:endParaRPr lang="en-US" sz="2200" dirty="0"/>
          </a:p>
        </p:txBody>
      </p:sp>
      <p:sp>
        <p:nvSpPr>
          <p:cNvPr id="107" name="TileCap0"/>
          <p:cNvSpPr/>
          <p:nvPr/>
        </p:nvSpPr>
        <p:spPr>
          <a:xfrm>
            <a:off x="768096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[likelihood X.X, business impact Y.Y]</a:t>
            </a:r>
            <a:endParaRPr lang="en-US" sz="900" dirty="0"/>
          </a:p>
        </p:txBody>
      </p:sp>
      <p:sp>
        <p:nvSpPr>
          <p:cNvPr id="108" name="Card"/>
          <p:cNvSpPr/>
          <p:nvPr/>
        </p:nvSpPr>
        <p:spPr>
          <a:xfrm>
            <a:off x="2829702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TileLabel1"/>
          <p:cNvSpPr/>
          <p:nvPr/>
        </p:nvSpPr>
        <p:spPr>
          <a:xfrm>
            <a:off x="3030870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residual risk</a:t>
            </a:r>
            <a:endParaRPr lang="en-US" sz="950" dirty="0"/>
          </a:p>
        </p:txBody>
      </p:sp>
      <p:sp>
        <p:nvSpPr>
          <p:cNvPr id="110" name="TileValue1"/>
          <p:cNvSpPr/>
          <p:nvPr/>
        </p:nvSpPr>
        <p:spPr>
          <a:xfrm>
            <a:off x="3030870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4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[Severity]</a:t>
            </a:r>
            <a:endParaRPr lang="en-US" sz="2200" dirty="0"/>
          </a:p>
        </p:txBody>
      </p:sp>
      <p:sp>
        <p:nvSpPr>
          <p:cNvPr id="111" name="TileCap1"/>
          <p:cNvSpPr/>
          <p:nvPr/>
        </p:nvSpPr>
        <p:spPr>
          <a:xfrm>
            <a:off x="3030870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[likelihood X.X, business impact Y.Y]</a:t>
            </a:r>
            <a:endParaRPr lang="en-US" sz="900" dirty="0"/>
          </a:p>
        </p:txBody>
      </p:sp>
      <p:sp>
        <p:nvSpPr>
          <p:cNvPr id="112" name="Card"/>
          <p:cNvSpPr/>
          <p:nvPr/>
        </p:nvSpPr>
        <p:spPr>
          <a:xfrm>
            <a:off x="5092476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TileLabel2"/>
          <p:cNvSpPr/>
          <p:nvPr/>
        </p:nvSpPr>
        <p:spPr>
          <a:xfrm>
            <a:off x="5293644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residual risk</a:t>
            </a:r>
            <a:endParaRPr lang="en-US" sz="950" dirty="0"/>
          </a:p>
        </p:txBody>
      </p:sp>
      <p:sp>
        <p:nvSpPr>
          <p:cNvPr id="114" name="TileValue2"/>
          <p:cNvSpPr/>
          <p:nvPr/>
        </p:nvSpPr>
        <p:spPr>
          <a:xfrm>
            <a:off x="5293644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4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[Severity]</a:t>
            </a:r>
            <a:endParaRPr lang="en-US" sz="2200" dirty="0"/>
          </a:p>
        </p:txBody>
      </p:sp>
      <p:sp>
        <p:nvSpPr>
          <p:cNvPr id="115" name="TileCap2"/>
          <p:cNvSpPr/>
          <p:nvPr/>
        </p:nvSpPr>
        <p:spPr>
          <a:xfrm>
            <a:off x="5293644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[by DD Mon YYYY, business impact Y.Y]</a:t>
            </a:r>
            <a:endParaRPr lang="en-US" sz="900" dirty="0"/>
          </a:p>
        </p:txBody>
      </p:sp>
      <p:sp>
        <p:nvSpPr>
          <p:cNvPr id="116" name="Card"/>
          <p:cNvSpPr/>
          <p:nvPr/>
        </p:nvSpPr>
        <p:spPr>
          <a:xfrm>
            <a:off x="7355250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EBFFF3"/>
          </a:solidFill>
          <a:ln w="9525">
            <a:solidFill>
              <a:srgbClr val="D3F3E0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7" name="TileLabel3"/>
          <p:cNvSpPr/>
          <p:nvPr/>
        </p:nvSpPr>
        <p:spPr>
          <a:xfrm>
            <a:off x="7556418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Factors moved</a:t>
            </a:r>
            <a:endParaRPr lang="en-US" sz="950" dirty="0"/>
          </a:p>
        </p:txBody>
      </p:sp>
      <p:sp>
        <p:nvSpPr>
          <p:cNvPr id="118" name="TileValue3"/>
          <p:cNvSpPr/>
          <p:nvPr/>
        </p:nvSpPr>
        <p:spPr>
          <a:xfrm>
            <a:off x="7556418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40" dirty="0">
                <a:solidFill>
                  <a:srgbClr val="2BB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[N] of 16</a:t>
            </a:r>
            <a:endParaRPr lang="en-US" sz="2200" dirty="0"/>
          </a:p>
        </p:txBody>
      </p:sp>
      <p:sp>
        <p:nvSpPr>
          <p:cNvPr id="119" name="TileCap3"/>
          <p:cNvSpPr/>
          <p:nvPr/>
        </p:nvSpPr>
        <p:spPr>
          <a:xfrm>
            <a:off x="7556418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threat factors held fixed</a:t>
            </a:r>
            <a:endParaRPr lang="en-US" sz="900" dirty="0"/>
          </a:p>
        </p:txBody>
      </p:sp>
      <p:sp>
        <p:nvSpPr>
          <p:cNvPr id="120" name="Card"/>
          <p:cNvSpPr/>
          <p:nvPr/>
        </p:nvSpPr>
        <p:spPr>
          <a:xfrm>
            <a:off x="9618024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EBFFF3"/>
          </a:solidFill>
          <a:ln w="9525">
            <a:solidFill>
              <a:srgbClr val="D3F3E0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TileLabel4"/>
          <p:cNvSpPr/>
          <p:nvPr/>
        </p:nvSpPr>
        <p:spPr>
          <a:xfrm>
            <a:off x="9819192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if realised</a:t>
            </a:r>
            <a:endParaRPr lang="en-US" sz="950" dirty="0"/>
          </a:p>
        </p:txBody>
      </p:sp>
      <p:sp>
        <p:nvSpPr>
          <p:cNvPr id="122" name="TileValue4"/>
          <p:cNvSpPr/>
          <p:nvPr/>
        </p:nvSpPr>
        <p:spPr>
          <a:xfrm>
            <a:off x="9819192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40" dirty="0">
                <a:solidFill>
                  <a:srgbClr val="2BB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[band]</a:t>
            </a:r>
            <a:endParaRPr lang="en-US" sz="1600" dirty="0"/>
          </a:p>
        </p:txBody>
      </p:sp>
      <p:sp>
        <p:nvSpPr>
          <p:cNvPr id="123" name="TileCap4"/>
          <p:cNvSpPr/>
          <p:nvPr/>
        </p:nvSpPr>
        <p:spPr>
          <a:xfrm>
            <a:off x="9819192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[was: baseline band]</a:t>
            </a:r>
            <a:endParaRPr lang="en-US" sz="900" dirty="0"/>
          </a:p>
        </p:txBody>
      </p:sp>
      <p:graphicFrame>
        <p:nvGraphicFramePr>
          <p:cNvPr id="124" name="Table 0"/>
          <p:cNvGraphicFramePr>
            <a:graphicFrameLocks noGrp="1"/>
          </p:cNvGraphicFramePr>
          <p:nvPr/>
        </p:nvGraphicFramePr>
        <p:xfrm>
          <a:off x="566928" y="3255264"/>
          <a:ext cx="11057839" cy="20574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7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[Threat name from the report]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CTI action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residual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residual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Change, baseline to current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OWASP severity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[Severity]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[Severity]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[Severity]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[down N levels / unchanged]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Likelihood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[down X.X]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Technical impact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[down X.X]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impact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[X.X LEVEL]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[down X.X]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Financial damage, if realised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[band]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[band]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[band]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[down one band / unchanged]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5" name="Note0"/>
          <p:cNvSpPr/>
          <p:nvPr/>
        </p:nvSpPr>
        <p:spPr>
          <a:xfrm>
            <a:off x="566928" y="54800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residual counts only actions implemented and verified. Target residual adds unverified work and commitments dated inside the horizon.</a:t>
            </a:r>
            <a:endParaRPr lang="en-US" sz="1050" dirty="0"/>
          </a:p>
        </p:txBody>
      </p:sp>
      <p:sp>
        <p:nvSpPr>
          <p:cNvPr id="126" name="Note1"/>
          <p:cNvSpPr/>
          <p:nvPr/>
        </p:nvSpPr>
        <p:spPr>
          <a:xfrm>
            <a:off x="566928" y="575432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likelihood is applied to the money band. It is the effect on annual profit if the threat is realised.</a:t>
            </a:r>
            <a:endParaRPr lang="en-US" sz="1050" dirty="0"/>
          </a:p>
        </p:txBody>
      </p:sp>
      <p:sp>
        <p:nvSpPr>
          <p:cNvPr id="127" name="Note2"/>
          <p:cNvSpPr/>
          <p:nvPr/>
        </p:nvSpPr>
        <p:spPr>
          <a:xfrm>
            <a:off x="566928" y="60286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jointly with [the teams that own the controls]. CTI supplied the intelligence and the mitigation recommendations.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"/>
          <p:cNvSpPr/>
          <p:nvPr/>
        </p:nvSpPr>
        <p:spPr>
          <a:xfrm>
            <a:off x="566928" y="6400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B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example figures, replace with your output</a:t>
            </a:r>
            <a:endParaRPr lang="en-US" sz="1150" dirty="0"/>
          </a:p>
        </p:txBody>
      </p:sp>
      <p:sp>
        <p:nvSpPr>
          <p:cNvPr id="202" name="Title"/>
          <p:cNvSpPr/>
          <p:nvPr/>
        </p:nvSpPr>
        <p:spPr>
          <a:xfrm>
            <a:off x="566928" y="91440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3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executive slide</a:t>
            </a:r>
            <a:endParaRPr lang="en-US" sz="3000" dirty="0"/>
          </a:p>
        </p:txBody>
      </p:sp>
      <p:sp>
        <p:nvSpPr>
          <p:cNvPr id="203" name="Subtitle"/>
          <p:cNvSpPr/>
          <p:nvPr/>
        </p:nvSpPr>
        <p:spPr>
          <a:xfrm>
            <a:off x="566928" y="14447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summary: actively exploited pre-authentication RCE in an internet-facing VPN appliance, used by a ransomware affiliate for initial access.</a:t>
            </a:r>
            <a:endParaRPr lang="en-US" sz="1200" dirty="0"/>
          </a:p>
        </p:txBody>
      </p:sp>
      <p:sp>
        <p:nvSpPr>
          <p:cNvPr id="204" name="Card"/>
          <p:cNvSpPr/>
          <p:nvPr/>
        </p:nvSpPr>
        <p:spPr>
          <a:xfrm>
            <a:off x="566928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5" name="TileLabel0"/>
          <p:cNvSpPr/>
          <p:nvPr/>
        </p:nvSpPr>
        <p:spPr>
          <a:xfrm>
            <a:off x="768096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before CTI action</a:t>
            </a:r>
            <a:endParaRPr lang="en-US" sz="950" dirty="0"/>
          </a:p>
        </p:txBody>
      </p:sp>
      <p:sp>
        <p:nvSpPr>
          <p:cNvPr id="206" name="TileValue0"/>
          <p:cNvSpPr/>
          <p:nvPr/>
        </p:nvSpPr>
        <p:spPr>
          <a:xfrm>
            <a:off x="768096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4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2200" dirty="0"/>
          </a:p>
        </p:txBody>
      </p:sp>
      <p:sp>
        <p:nvSpPr>
          <p:cNvPr id="207" name="TileCap0"/>
          <p:cNvSpPr/>
          <p:nvPr/>
        </p:nvSpPr>
        <p:spPr>
          <a:xfrm>
            <a:off x="768096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 8.3, business impact 7.3</a:t>
            </a:r>
            <a:endParaRPr lang="en-US" sz="900" dirty="0"/>
          </a:p>
        </p:txBody>
      </p:sp>
      <p:sp>
        <p:nvSpPr>
          <p:cNvPr id="208" name="Card"/>
          <p:cNvSpPr/>
          <p:nvPr/>
        </p:nvSpPr>
        <p:spPr>
          <a:xfrm>
            <a:off x="2829702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9" name="TileLabel1"/>
          <p:cNvSpPr/>
          <p:nvPr/>
        </p:nvSpPr>
        <p:spPr>
          <a:xfrm>
            <a:off x="3030870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residual risk</a:t>
            </a:r>
            <a:endParaRPr lang="en-US" sz="950" dirty="0"/>
          </a:p>
        </p:txBody>
      </p:sp>
      <p:sp>
        <p:nvSpPr>
          <p:cNvPr id="210" name="TileValue1"/>
          <p:cNvSpPr/>
          <p:nvPr/>
        </p:nvSpPr>
        <p:spPr>
          <a:xfrm>
            <a:off x="3030870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4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2200" dirty="0"/>
          </a:p>
        </p:txBody>
      </p:sp>
      <p:sp>
        <p:nvSpPr>
          <p:cNvPr id="211" name="TileCap1"/>
          <p:cNvSpPr/>
          <p:nvPr/>
        </p:nvSpPr>
        <p:spPr>
          <a:xfrm>
            <a:off x="3030870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 6.8, business impact 5.8</a:t>
            </a:r>
            <a:endParaRPr lang="en-US" sz="900" dirty="0"/>
          </a:p>
        </p:txBody>
      </p:sp>
      <p:sp>
        <p:nvSpPr>
          <p:cNvPr id="212" name="Card"/>
          <p:cNvSpPr/>
          <p:nvPr/>
        </p:nvSpPr>
        <p:spPr>
          <a:xfrm>
            <a:off x="5092476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3" name="TileLabel2"/>
          <p:cNvSpPr/>
          <p:nvPr/>
        </p:nvSpPr>
        <p:spPr>
          <a:xfrm>
            <a:off x="5293644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residual risk</a:t>
            </a:r>
            <a:endParaRPr lang="en-US" sz="950" dirty="0"/>
          </a:p>
        </p:txBody>
      </p:sp>
      <p:sp>
        <p:nvSpPr>
          <p:cNvPr id="214" name="TileValue2"/>
          <p:cNvSpPr/>
          <p:nvPr/>
        </p:nvSpPr>
        <p:spPr>
          <a:xfrm>
            <a:off x="5293644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40" dirty="0">
                <a:solidFill>
                  <a:srgbClr val="0614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2200" dirty="0"/>
          </a:p>
        </p:txBody>
      </p:sp>
      <p:sp>
        <p:nvSpPr>
          <p:cNvPr id="215" name="TileCap2"/>
          <p:cNvSpPr/>
          <p:nvPr/>
        </p:nvSpPr>
        <p:spPr>
          <a:xfrm>
            <a:off x="5293644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30 Nov 2026, business impact 5.0</a:t>
            </a:r>
            <a:endParaRPr lang="en-US" sz="900" dirty="0"/>
          </a:p>
        </p:txBody>
      </p:sp>
      <p:sp>
        <p:nvSpPr>
          <p:cNvPr id="216" name="Card"/>
          <p:cNvSpPr/>
          <p:nvPr/>
        </p:nvSpPr>
        <p:spPr>
          <a:xfrm>
            <a:off x="7355250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EBFFF3"/>
          </a:solidFill>
          <a:ln w="9525">
            <a:solidFill>
              <a:srgbClr val="D3F3E0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7" name="TileLabel3"/>
          <p:cNvSpPr/>
          <p:nvPr/>
        </p:nvSpPr>
        <p:spPr>
          <a:xfrm>
            <a:off x="7556418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Factors moved</a:t>
            </a:r>
            <a:endParaRPr lang="en-US" sz="950" dirty="0"/>
          </a:p>
        </p:txBody>
      </p:sp>
      <p:sp>
        <p:nvSpPr>
          <p:cNvPr id="218" name="TileValue3"/>
          <p:cNvSpPr/>
          <p:nvPr/>
        </p:nvSpPr>
        <p:spPr>
          <a:xfrm>
            <a:off x="7556418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40" dirty="0">
                <a:solidFill>
                  <a:srgbClr val="2BB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16</a:t>
            </a:r>
            <a:endParaRPr lang="en-US" sz="2200" dirty="0"/>
          </a:p>
        </p:txBody>
      </p:sp>
      <p:sp>
        <p:nvSpPr>
          <p:cNvPr id="219" name="TileCap3"/>
          <p:cNvSpPr/>
          <p:nvPr/>
        </p:nvSpPr>
        <p:spPr>
          <a:xfrm>
            <a:off x="7556418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threat factors held fixed</a:t>
            </a:r>
            <a:endParaRPr lang="en-US" sz="900" dirty="0"/>
          </a:p>
        </p:txBody>
      </p:sp>
      <p:sp>
        <p:nvSpPr>
          <p:cNvPr id="220" name="Card"/>
          <p:cNvSpPr/>
          <p:nvPr/>
        </p:nvSpPr>
        <p:spPr>
          <a:xfrm>
            <a:off x="9618024" y="1810512"/>
            <a:ext cx="2006742" cy="1207008"/>
          </a:xfrm>
          <a:prstGeom prst="roundRect">
            <a:avLst>
              <a:gd name="adj" fmla="val 7576"/>
            </a:avLst>
          </a:prstGeom>
          <a:solidFill>
            <a:srgbClr val="EBFFF3"/>
          </a:solidFill>
          <a:ln w="9525">
            <a:solidFill>
              <a:srgbClr val="D3F3E0"/>
            </a:solidFill>
            <a:prstDash val="solid"/>
          </a:ln>
          <a:effectLst>
            <a:outerShdw blurRad="152400" dist="25400" dir="5400000" algn="bl" rotWithShape="0">
              <a:srgbClr val="061427">
                <a:alpha val="55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1" name="TileLabel4"/>
          <p:cNvSpPr/>
          <p:nvPr/>
        </p:nvSpPr>
        <p:spPr>
          <a:xfrm>
            <a:off x="9819192" y="1929384"/>
            <a:ext cx="160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if realised</a:t>
            </a:r>
            <a:endParaRPr lang="en-US" sz="950" dirty="0"/>
          </a:p>
        </p:txBody>
      </p:sp>
      <p:sp>
        <p:nvSpPr>
          <p:cNvPr id="222" name="TileValue4"/>
          <p:cNvSpPr/>
          <p:nvPr/>
        </p:nvSpPr>
        <p:spPr>
          <a:xfrm>
            <a:off x="9819192" y="2180000"/>
            <a:ext cx="1604406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40" dirty="0">
                <a:solidFill>
                  <a:srgbClr val="2BB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$1M to $10M</a:t>
            </a:r>
            <a:endParaRPr lang="en-US" sz="1600" dirty="0"/>
          </a:p>
        </p:txBody>
      </p:sp>
      <p:sp>
        <p:nvSpPr>
          <p:cNvPr id="223" name="TileCap4"/>
          <p:cNvSpPr/>
          <p:nvPr/>
        </p:nvSpPr>
        <p:spPr>
          <a:xfrm>
            <a:off x="9819192" y="2615000"/>
            <a:ext cx="1604406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$10M to $100M</a:t>
            </a:r>
            <a:endParaRPr lang="en-US" sz="900" dirty="0"/>
          </a:p>
        </p:txBody>
      </p:sp>
      <p:graphicFrame>
        <p:nvGraphicFramePr>
          <p:cNvPr id="224" name="Table 0"/>
          <p:cNvGraphicFramePr>
            <a:graphicFrameLocks noGrp="1"/>
          </p:cNvGraphicFramePr>
          <p:nvPr/>
        </p:nvGraphicFramePr>
        <p:xfrm>
          <a:off x="566928" y="3255264"/>
          <a:ext cx="11057839" cy="20574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7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Edge VPN appliance pre-auth RCE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CTI action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residual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residual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Change, baseline to current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OWASP severity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Critical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 one level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Likelihood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8.3  HIGH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6.8  HIGH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5.9  MEDIUM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 1.5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Technical impact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7.8  HIGH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6.5  HIGH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5.8  MEDIUM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 1.3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impact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7.3  HIGH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5.8  MEDIUM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5.0  MEDIUM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 1.5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Financial damage, if realised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$10M to under $100M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$1M to under $10M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14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$1M to under $10M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B2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 one band</a:t>
                      </a:r>
                      <a:endParaRPr lang="en-US" sz="1000" dirty="0"/>
                    </a:p>
                  </a:txBody>
                  <a:tcPr marL="1524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5" name="Note0"/>
          <p:cNvSpPr/>
          <p:nvPr/>
        </p:nvSpPr>
        <p:spPr>
          <a:xfrm>
            <a:off x="566928" y="54800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residual counts only actions implemented and verified. Target residual adds unverified work and commitments dated inside the horizon.</a:t>
            </a:r>
            <a:endParaRPr lang="en-US" sz="1050" dirty="0"/>
          </a:p>
        </p:txBody>
      </p:sp>
      <p:sp>
        <p:nvSpPr>
          <p:cNvPr id="226" name="Note1"/>
          <p:cNvSpPr/>
          <p:nvPr/>
        </p:nvSpPr>
        <p:spPr>
          <a:xfrm>
            <a:off x="566928" y="575432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likelihood is applied to the money band. It is the effect on annual profit if the threat is realised.</a:t>
            </a:r>
            <a:endParaRPr lang="en-US" sz="1050" dirty="0"/>
          </a:p>
        </p:txBody>
      </p:sp>
      <p:sp>
        <p:nvSpPr>
          <p:cNvPr id="227" name="Note2"/>
          <p:cNvSpPr/>
          <p:nvPr/>
        </p:nvSpPr>
        <p:spPr>
          <a:xfrm>
            <a:off x="566928" y="60286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jointly with SecOps, Detection Engineering and Infrastructure. CTI supplied the intelligence and the mitigation recommendations.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</TotalTime>
  <Words>575</Words>
  <Application>Microsoft Macintosh PowerPoint</Application>
  <PresentationFormat>Widescreen</PresentationFormat>
  <Paragraphs>109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</vt:vector>
  </TitlesOfParts>
  <Company>Feedly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Did Threat Intel Do for Us This Year?</dc:title>
  <dc:subject>PptxGenJS Presentation</dc:subject>
  <dc:creator>Josh Darby MacLellan</dc:creator>
  <cp:lastModifiedBy>Josh Dm</cp:lastModifiedBy>
  <cp:revision>10</cp:revision>
  <dcterms:created xsi:type="dcterms:W3CDTF">2026-08-11T09:57:27Z</dcterms:created>
  <dcterms:modified xsi:type="dcterms:W3CDTF">2026-09-09T14:13:47Z</dcterms:modified>
</cp:coreProperties>
</file>